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Asian HLA pangenome</a:t>
            </a:r>
          </a:p>
          <a:p/>
          <a:p>
            <a:r>
              <a:t>The construction panel combines HPRC, APR, JaSaPaGe, K-PanRef and CPC.</a:t>
            </a:r>
          </a:p>
          <a:p>
            <a:r>
              <a:t>HPRC contributes 232 donors, including 16 Japanese JPT donors (32 haplotypes).</a:t>
            </a:r>
          </a:p>
          <a:p>
            <a:r>
              <a:t>JaSaPaGe contributes 10 Japanese and 9 Saudi donors. Five donors occur in both</a:t>
            </a:r>
          </a:p>
          <a:p>
            <a:r>
              <a:t>HPRC and JaSaPaGe: the table totals 376 project entries, or 371 distinct donors.</a:t>
            </a:r>
          </a:p>
          <a:p>
            <a:r>
              <a:t>The 752 donor haplotype entries plus GRCh38 and CHM13 give 754 entries.</a:t>
            </a:r>
          </a:p>
          <a:p>
            <a:r>
              <a:t>The Asian/Arab total is 462: 266 East Asian, 72 South Asian and 124 Arab.</a:t>
            </a:r>
          </a:p>
          <a:p>
            <a:r>
              <a:t>Donor location labels describe source populations, not current residence.</a:t>
            </a:r>
          </a:p>
          <a:p/>
          <a:p>
            <a:r>
              <a:t>The map, construction backbone and class II/DRB bundle graph use the manuscript</a:t>
            </a:r>
          </a:p>
          <a:p>
            <a:r>
              <a:t>Figure 1 data. The construction backbone has 1,677 segments and 2,381 links;</a:t>
            </a:r>
          </a:p>
          <a:p>
            <a:r>
              <a:t>the final Minigraph-Cactus graph has 417,896 nodes and 579,137 edges.</a:t>
            </a:r>
          </a:p>
          <a:p>
            <a:r>
              <a:t>The regional graph was regenerated locally with pgr-tk from 753 sequences.</a:t>
            </a:r>
          </a:p>
          <a:p>
            <a:r>
              <a:t>Layouts show adjacency; graph distances are not genomic coordinates.</a:t>
            </a:r>
          </a:p>
          <a:p>
            <a:r>
              <a:t>The separate 1000 Genomes read resource contains 2,504 samples.</a:t>
            </a:r>
          </a:p>
          <a:p/>
          <a:p/>
          <a:p>
            <a:r>
              <a:t>Vector figure PDFs/SVGs and editable LaTeX source: https://github.com/biohackathon-japan/BH26-asian-hla/tree/main/slide_prep/hackathon-wrapup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 Variant recovery compared with HPRC</a:t>
            </a:r>
          </a:p>
          <a:p/>
          <a:p>
            <a:r>
              <a:t>The same PanGenie caller and reads were used with expanded and HPRC-only panels</a:t>
            </a:r>
          </a:p>
          <a:p>
            <a:r>
              <a:t>in 20 East Asian and 20 South Asian donors. Points show the pooled accuracy</a:t>
            </a:r>
          </a:p>
          <a:p>
            <a:r>
              <a:t>difference, with 95% intervals from paired donor bootstrap resampling.</a:t>
            </a:r>
          </a:p>
          <a:p>
            <a:r>
              <a:t>SV-bearing genotypes improve by 3.89 and 1.97 percentage points. Shared SNVs</a:t>
            </a:r>
          </a:p>
          <a:p>
            <a:r>
              <a:t>improve by 0.047 and 0.023 points. The SNV axis is expanded; its gains are much</a:t>
            </a:r>
          </a:p>
          <a:p>
            <a:r>
              <a:t>smaller, and the South Asian interval includes zero.</a:t>
            </a:r>
          </a:p>
          <a:p/>
          <a:p>
            <a:r>
              <a:t>The SV endpoint requires exact recovery of the unordered whole allele pair</a:t>
            </a:r>
          </a:p>
          <a:p>
            <a:r>
              <a:t>for donors carrying an allele at least 50 bp different in length from reference.</a:t>
            </a:r>
          </a:p>
          <a:p>
            <a:r>
              <a:t>Its eligible denominators are 1,465 EAS and 1,577 SAS genotypes. The fixed</a:t>
            </a:r>
          </a:p>
          <a:p>
            <a:r>
              <a:t>shared-SNV endpoint has 1,007,636 donor-site comparisons per ancestry group.</a:t>
            </a:r>
          </a:p>
          <a:p>
            <a:r>
              <a:t>The broader truth includes 79,844 SNV sites and 298 SV-containing sites per</a:t>
            </a:r>
          </a:p>
          <a:p>
            <a:r>
              <a:t>donor; these counts are kept here to leave the slide focused on the comparison.</a:t>
            </a:r>
          </a:p>
          <a:p/>
          <a:p>
            <a:r>
              <a:t>Non-Asian variant recovery has not yet been evaluated. The non-Asian row has</a:t>
            </a:r>
          </a:p>
          <a:p>
            <a:r>
              <a:t>no estimate. The ongoing DogoHLA typing experiment measures another endpoint.</a:t>
            </a:r>
          </a:p>
          <a:p>
            <a:r>
              <a:t>Panel size and ancestry composition change together. Test families are excluded</a:t>
            </a:r>
          </a:p>
          <a:p>
            <a:r>
              <a:t>from panels, while test assemblies remain in the graph topology.</a:t>
            </a:r>
          </a:p>
          <a:p/>
          <a:p/>
          <a:p>
            <a:r>
              <a:t>Vector figure PDFs/SVGs and editable LaTeX source: https://github.com/biohackathon-japan/BH26-asian-hla/tree/main/slide_prep/hackathon-wrapup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 DogoHLA</a:t>
            </a:r>
          </a:p>
          <a:p/>
          <a:p>
            <a:r>
              <a:t>Dawn presents the method. This slide contains only her original DogoHLA image,</a:t>
            </a:r>
          </a:p>
          <a:p>
            <a:r>
              <a:t>retained at its native resolution from the org repository.</a:t>
            </a:r>
          </a:p>
          <a:p/>
          <a:p/>
          <a:p>
            <a:r>
              <a:t>Vector figure PDFs/SVGs and editable LaTeX source: https://github.com/biohackathon-japan/BH26-asian-hla/tree/main/slide_prep/hackathon-wrapup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