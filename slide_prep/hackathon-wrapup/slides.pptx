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Asian HLA pangenome</a:t>
            </a:r>
          </a:p>
          <a:p/>
          <a:p>
            <a:r>
              <a:t>The construction panel combines HPRC, APR, JaSaPaGe, K-PanRef and CPC.</a:t>
            </a:r>
          </a:p>
          <a:p>
            <a:r>
              <a:t>HPRC contributes 232 donors, including 16 Japanese JPT donors (32 haplotypes).</a:t>
            </a:r>
          </a:p>
          <a:p>
            <a:r>
              <a:t>JaSaPaGe contributes 10 Japanese and 9 Saudi donors. Five donors occur in both</a:t>
            </a:r>
          </a:p>
          <a:p>
            <a:r>
              <a:t>HPRC and JaSaPaGe: the table totals 376 project entries, or 371 distinct donors.</a:t>
            </a:r>
          </a:p>
          <a:p>
            <a:r>
              <a:t>The 752 donor haplotype entries plus GRCh38 and CHM13 give 754 entries.</a:t>
            </a:r>
          </a:p>
          <a:p>
            <a:r>
              <a:t>The Asian/Arab total is 462: 266 East Asian, 72 South Asian and 124 Arab.</a:t>
            </a:r>
          </a:p>
          <a:p>
            <a:r>
              <a:t>Donor location labels describe source populations, not current residence.</a:t>
            </a:r>
          </a:p>
          <a:p/>
          <a:p>
            <a:r>
              <a:t>The map, construction backbone and class II/DRB bundle graph use the manuscript</a:t>
            </a:r>
          </a:p>
          <a:p>
            <a:r>
              <a:t>Figure 1 data. The construction backbone has 1,677 segments and 2,381 links;</a:t>
            </a:r>
          </a:p>
          <a:p>
            <a:r>
              <a:t>the final Minigraph-Cactus graph has 417,896 nodes and 579,137 edges.</a:t>
            </a:r>
          </a:p>
          <a:p>
            <a:r>
              <a:t>The regional graph was regenerated locally with pgr-tk from 753 sequences.</a:t>
            </a:r>
          </a:p>
          <a:p>
            <a:r>
              <a:t>Layouts show adjacency; graph distances are not genomic coordinates.</a:t>
            </a:r>
          </a:p>
          <a:p>
            <a:r>
              <a:t>The separate 1000 Genomes read resource contains 2,504 samples.</a:t>
            </a:r>
          </a:p>
          <a:p/>
          <a:p/>
          <a:p>
            <a:r>
              <a:t>Vector figure PDFs/SVGs and editable LaTeX source: https://github.com/biohackathon-japan/BH26-asian-hla/tree/main/slide_prep/hackathon-wrapup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Variant recovery compared with HPRC</a:t>
            </a:r>
          </a:p>
          <a:p/>
          <a:p>
            <a:r>
              <a:t>The same PanGenie caller and reads were used with expanded and HPRC-only panels</a:t>
            </a:r>
          </a:p>
          <a:p>
            <a:r>
              <a:t>in 20 East Asian and 20 South Asian donors. Points show the pooled accuracy</a:t>
            </a:r>
          </a:p>
          <a:p>
            <a:r>
              <a:t>difference, with 95% intervals from paired donor bootstrap resampling.</a:t>
            </a:r>
          </a:p>
          <a:p>
            <a:r>
              <a:t>SV-bearing genotypes improve by 3.89 and 1.97 percentage points. Shared SNVs</a:t>
            </a:r>
          </a:p>
          <a:p>
            <a:r>
              <a:t>improve by 0.047 and 0.023 points. The SNV axis is expanded; its gains are much</a:t>
            </a:r>
          </a:p>
          <a:p>
            <a:r>
              <a:t>smaller, and the South Asian interval includes zero.</a:t>
            </a:r>
          </a:p>
          <a:p/>
          <a:p>
            <a:r>
              <a:t>The SV endpoint requires exact recovery of the unordered whole allele pair</a:t>
            </a:r>
          </a:p>
          <a:p>
            <a:r>
              <a:t>for donors carrying an allele at least 50 bp different in length from reference.</a:t>
            </a:r>
          </a:p>
          <a:p>
            <a:r>
              <a:t>Its eligible denominators are 1,465 EAS and 1,577 SAS genotypes. The fixed</a:t>
            </a:r>
          </a:p>
          <a:p>
            <a:r>
              <a:t>shared-SNV endpoint has 1,007,636 donor-site comparisons per ancestry group.</a:t>
            </a:r>
          </a:p>
          <a:p>
            <a:r>
              <a:t>The broader truth includes 79,844 SNV sites and 298 SV-containing sites per</a:t>
            </a:r>
          </a:p>
          <a:p>
            <a:r>
              <a:t>donor; these counts are kept here to leave the slide focused on the comparison.</a:t>
            </a:r>
          </a:p>
          <a:p/>
          <a:p>
            <a:r>
              <a:t>Non-Asian variant recovery has not yet been evaluated. The non-Asian row has</a:t>
            </a:r>
          </a:p>
          <a:p>
            <a:r>
              <a:t>no estimate. The ongoing DogoHLA typing experiment measures another endpoint.</a:t>
            </a:r>
          </a:p>
          <a:p>
            <a:r>
              <a:t>Panel size and ancestry composition change together. Test families are excluded</a:t>
            </a:r>
          </a:p>
          <a:p>
            <a:r>
              <a:t>from panels, while test assemblies remain in the graph topology.</a:t>
            </a:r>
          </a:p>
          <a:p/>
          <a:p/>
          <a:p>
            <a:r>
              <a:t>Vector figure PDFs/SVGs and editable LaTeX source: https://github.com/biohackathon-japan/BH26-asian-hla/tree/main/slide_prep/hackathon-wrapup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DogoHLA and T1K reference performance</a:t>
            </a:r>
          </a:p>
          <a:p/>
          <a:p>
            <a:r>
              <a:t>Dawn presents DogoHLA. The adjacent table reports T1K, using IPD 3.65 and</a:t>
            </a:r>
          </a:p>
          <a:p>
            <a:r>
              <a:t>four-field output, as the established-method reference in the independent</a:t>
            </a:r>
          </a:p>
          <a:p>
            <a:r>
              <a:t>evaluations. It contains no DogoHLA performance claim.</a:t>
            </a:r>
          </a:p>
          <a:p/>
          <a:p>
            <a:r>
              <a:t>The 64-donor matched assembly-truth cohort has 16 EAS, 16 SAS, 16 EUR and</a:t>
            </a:r>
          </a:p>
          <a:p>
            <a:r>
              <a:t>16 AFR donors. All 64 T1K runs completed. Across eight genes, two-field</a:t>
            </a:r>
          </a:p>
          <a:p>
            <a:r>
              <a:t>accuracy is 495/509 (97.25%); strict four-numeric-field accuracy is 163/323</a:t>
            </a:r>
          </a:p>
          <a:p>
            <a:r>
              <a:t>(50.46%). At four fields, 317/323 eligible genotypes are resolved; the six</a:t>
            </a:r>
          </a:p>
          <a:p>
            <a:r>
              <a:t>unresolved genotypes count as incorrect. Two-field truth requires exact CDS</a:t>
            </a:r>
          </a:p>
          <a:p>
            <a:r>
              <a:t>identity, and four-field truth exact genomic identity for both haplotypes.</a:t>
            </a:r>
          </a:p>
          <a:p>
            <a:r>
              <a:t>Expression suffixes are ignored in the four-numeric-field endpoint. Ambiguous</a:t>
            </a:r>
          </a:p>
          <a:p>
            <a:r>
              <a:t>predictions must satisfy the scorer's strict matching rule. These resolutions</a:t>
            </a:r>
          </a:p>
          <a:p>
            <a:r>
              <a:t>use different eligible subsets and should not be treated as a matched-subset</a:t>
            </a:r>
          </a:p>
          <a:p>
            <a:r>
              <a:t>comparison. The evaluation donors and known families are excluded from panel</a:t>
            </a:r>
          </a:p>
          <a:p>
            <a:r>
              <a:t>references. The cohort includes prospectively reserved validation donors;</a:t>
            </a:r>
          </a:p>
          <a:p>
            <a:r>
              <a:t>prior assembly availability is documented in the evaluation protocol.</a:t>
            </a:r>
          </a:p>
          <a:p/>
          <a:p>
            <a:r>
              <a:t>The separate Gourraud experimental-truth cohort has 946 donors, zero graph-donor</a:t>
            </a:r>
          </a:p>
          <a:p>
            <a:r>
              <a:t>or known-family overlap, and five HLA genes. T1K completed 945 runs; one audited</a:t>
            </a:r>
          </a:p>
          <a:p>
            <a:r>
              <a:t>terminal failure contributes zero correct credit. Two-field accuracy is</a:t>
            </a:r>
          </a:p>
          <a:p>
            <a:r>
              <a:t>4,437/4,723 (93.94%). Experimental truth supports two fields only; four-field</a:t>
            </a:r>
          </a:p>
          <a:p>
            <a:r>
              <a:t>accuracy is unavailable. A, B, C, DRB1 and DQB1 are evaluated.</a:t>
            </a:r>
          </a:p>
          <a:p/>
          <a:p>
            <a:r>
              <a:t>The slide totals were independently recomputed from T1K per-gene score rows.</a:t>
            </a:r>
          </a:p>
          <a:p>
            <a:r>
              <a:t>All 64 assembly-cohort and 945 experimental-cohort raw T1K output hashes matched</a:t>
            </a:r>
          </a:p>
          <a:p>
            <a:r>
              <a:t>the frozen provenance. Sources: hla-spechla-pg/series20260918/analysis and its</a:t>
            </a:r>
          </a:p>
          <a:p>
            <a:r>
              <a:t>gourraud subdirectory in the analysis repository. T1K-only score snapshots and</a:t>
            </a:r>
          </a:p>
          <a:p>
            <a:r>
              <a:t>the compact summary are included in data/ beside this deck.</a:t>
            </a:r>
          </a:p>
          <a:p/>
          <a:p/>
          <a:p>
            <a:r>
              <a:t>Vector figure PDFs/SVGs and editable LaTeX source: https://github.com/biohackathon-japan/BH26-asian-hla/tree/main/slide_prep/hackathon-wrapup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